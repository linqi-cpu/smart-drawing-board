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F306A-5EDA-913B-0989-229FD9608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3FEF20-636D-07B4-F294-34943B6A2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FAE67-5899-BA2C-650B-2806A9DBC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D0445-DCB9-398C-8445-1C6E1310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9CD75-4B58-4916-DD28-26DF808D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1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62CDF-7B9F-3C5D-525E-C9618331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F9FC8-D34A-9537-B92B-EF1F71C66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081FF4-B387-76E0-0D70-4E8ACB46C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0E6BB-2FD7-22BC-C7EC-8E14CD349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AAC57-DA1A-7CB6-57A9-30E86FE7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E164A-8B2D-946F-6E5C-6C10DC98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C738A-42DF-FB23-7326-D5D7105B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F8E8A-6869-DFAD-A477-D35B61ED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A781B-9FBD-2EB1-86A7-94626C49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D491D9-7129-027E-FDA2-6BE49159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7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70AC1-B77C-75E0-DBCD-8FC7C448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FE384-C170-7F46-B4AC-57E439978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2B070B-C16F-7969-CBB0-D862CD9EE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C2417C-8598-A5FB-DB54-5DFC387A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D78D47-ACB0-71F0-EBCD-81312484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19C3C-DDC4-4F5E-DB42-BDDCFC53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54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1FD6A-54AF-E57F-FA9F-9F262DC8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A242FB-3550-E588-BC8D-B8B174C87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4685E1-44AE-8575-1CEE-FD5BC7AA3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68C296-E1A7-4C9F-09E2-79764B33B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D5B067-133D-378F-111B-04DD2EA3C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6AC73-00B6-2463-6932-FDBD7E81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6E7504-DADB-04CB-797C-0624EBCA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6EAA49-51A4-C63B-20AC-88BCF5B15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67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7726A-7F8F-410D-9926-E449AEB2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C0E6C7-6662-92A8-8F1D-E77686A1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9F3EA4-86EC-DDCE-4DFD-A701D759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9EBBB9-FCCC-2C89-B27D-CA66AD37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29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7AE2D9-D409-91F9-34F8-B6AE8BC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69C20A-686A-6EF0-8BF8-850A8D94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BD5E3-91F5-F21C-DCCD-CEDC8B2A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25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1B9B5-4D0E-7A0E-D88D-72300478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507EB-BDE2-5A35-E2FA-73B3E335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C216D8-720B-EAB0-984A-1E468B1B1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C584BB-2A98-185B-62D5-3E7A1D8C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151763-FC0F-13CC-F8D0-25FB55D6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7A8A1F-5912-EFA5-0AA6-8DA6E276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67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C843D-E669-522C-C124-80E2F9EA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5B70CC-2ECE-F3D5-E38F-2313A7BE5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E7DE2B-7B13-86E9-A2A7-0E707BED8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18CC95-1F4A-C489-22B6-3AA70D5E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8ABF8-61B1-630B-93AB-43BCDAFD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E4ABA0-3644-52C1-9FD2-611B895D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16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3D1EB-92C9-53DD-A242-382F5566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0227D1-3269-0177-5A7C-037FC3DC1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BD0BE4-0D6F-315C-D4DD-469732AB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035E6-0D1D-7552-B561-D4146FDB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C8969-94A1-E2CF-30D4-C4603DDF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27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24029D-EF1D-EBA4-3F23-C6545C8E3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713F5-D49C-A574-A9CE-473EBC30C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71CF09-5D9A-9FEE-F20F-586D526F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FF375-4702-7745-CA70-D58C9FA5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5B570-7F8A-1807-EDF9-8F56D23E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67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E561EB-71AF-6BD5-4EB1-EFBEF4AD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B2F3E-26F2-41EF-7F11-A5A012C0C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13EAED-AE83-5057-3F0E-D678A870B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6A99-D3F6-4CC6-9412-DD618B5C072E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84E85-62C2-B231-72DB-E3303C6B1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69179-0B92-DC01-A6E3-FACABF59C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0A90D-8349-4975-A48E-C6DB22B8D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7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1DCA2-A569-44CA-B614-891E478A1B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BDEC60-BCA8-DBB6-C1AC-7098E4984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DED93D-9E2E-5A67-8B4C-70571A3F1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0"/>
            <a:ext cx="99326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0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6D738FF-DC96-0323-601B-ACE558B2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90" y="0"/>
            <a:ext cx="8892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9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1B4A05F-1EF5-2B5A-AC77-7886BF68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3" y="0"/>
            <a:ext cx="7799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9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A0B75B8-45FF-8CE7-9AC9-38C6B6F6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132" y="0"/>
            <a:ext cx="702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8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BFF4BA-D40F-FF2F-3A92-4E36E6A8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763" y="0"/>
            <a:ext cx="7386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0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43E472-288C-E2BD-7FBE-F873DA402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0"/>
            <a:ext cx="8036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7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3B16425-B236-4725-5511-211599985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1" y="0"/>
            <a:ext cx="8079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5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C0DF470-2A00-FE13-6134-2B07D792B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0"/>
            <a:ext cx="884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1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FA8733D-206C-F892-BD4C-34E49DAF1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209" y="0"/>
            <a:ext cx="7913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D9D905-FBA1-224D-1DEC-C1D3FEF7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03" y="0"/>
            <a:ext cx="11166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6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奇 林</dc:creator>
  <cp:lastModifiedBy>奇 林</cp:lastModifiedBy>
  <cp:revision>1</cp:revision>
  <dcterms:created xsi:type="dcterms:W3CDTF">2026-04-15T18:23:45Z</dcterms:created>
  <dcterms:modified xsi:type="dcterms:W3CDTF">2026-04-15T18:27:06Z</dcterms:modified>
</cp:coreProperties>
</file>